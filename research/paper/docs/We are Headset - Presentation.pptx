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Space Grotesk Light"/>
      <p:regular r:id="rId18"/>
      <p:bold r:id="rId19"/>
    </p:embeddedFont>
    <p:embeddedFont>
      <p:font typeface="Space Grotesk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regular.fntdata"/><Relationship Id="rId21" Type="http://schemas.openxmlformats.org/officeDocument/2006/relationships/font" Target="fonts/SpaceGrotes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SpaceGroteskLight-bold.fntdata"/><Relationship Id="rId18" Type="http://schemas.openxmlformats.org/officeDocument/2006/relationships/font" Target="fonts/SpaceGrotesk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571bdd2f7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b571bdd2f7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Seb J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571bdd2f7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b571bdd2f7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Seb J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571bdd2f7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b571bdd2f7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b571bdd2f7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b571bdd2f7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Seb P.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571bdd2f7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b571bdd2f7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Sebastian</a:t>
            </a:r>
            <a:r>
              <a:rPr lang="en"/>
              <a:t> Holmsted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571bdd2f7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b571bdd2f7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Kasper Vork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b571bdd2f7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b571bdd2f7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Jon Friis &amp; Seb P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571bdd2f7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b571bdd2f7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Jon Friis &amp; Seb 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8" type="title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messures">
  <p:cSld name="CUSTOM_8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3" type="title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4" type="title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5" type="title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6" type="title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7" type="title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hasCustomPrompt="1" idx="8" type="title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7"/>
          <p:cNvSpPr txBox="1"/>
          <p:nvPr>
            <p:ph idx="9" type="title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6" name="Google Shape;46;p7"/>
          <p:cNvSpPr txBox="1"/>
          <p:nvPr>
            <p:ph hasCustomPrompt="1" idx="13" type="title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7"/>
          <p:cNvSpPr txBox="1"/>
          <p:nvPr>
            <p:ph idx="14" type="title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8" name="Google Shape;48;p7"/>
          <p:cNvSpPr txBox="1"/>
          <p:nvPr>
            <p:ph hasCustomPrompt="1" idx="15" type="title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7"/>
          <p:cNvSpPr txBox="1"/>
          <p:nvPr>
            <p:ph idx="16" type="title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hasCustomPrompt="1" idx="17" type="title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7"/>
          <p:cNvSpPr txBox="1"/>
          <p:nvPr>
            <p:ph idx="18" type="title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2" name="Google Shape;52;p7"/>
          <p:cNvSpPr txBox="1"/>
          <p:nvPr>
            <p:ph hasCustomPrompt="1" idx="19" type="title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7"/>
          <p:cNvSpPr txBox="1"/>
          <p:nvPr>
            <p:ph idx="20" type="title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4" name="Google Shape;54;p7"/>
          <p:cNvSpPr txBox="1"/>
          <p:nvPr>
            <p:ph hasCustomPrompt="1" idx="21" type="title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7"/>
          <p:cNvSpPr txBox="1"/>
          <p:nvPr>
            <p:ph idx="22" type="title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subTitle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5" type="subTitle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7" type="subTitle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5" name="Google Shape;65;p8"/>
          <p:cNvSpPr txBox="1"/>
          <p:nvPr>
            <p:ph idx="8" type="subTitle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6" name="Google Shape;66;p8"/>
          <p:cNvSpPr txBox="1"/>
          <p:nvPr>
            <p:ph idx="9" type="subTitle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ndicators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hasCustomPrompt="1"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hasCustomPrompt="1"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9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4" type="title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3" name="Google Shape;73;p9"/>
          <p:cNvSpPr txBox="1"/>
          <p:nvPr>
            <p:ph hasCustomPrompt="1"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7" name="Google Shape;77;p10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78" name="Google Shape;78;p10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4" name="Google Shape;84;p10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/>
          <p:nvPr>
            <p:ph idx="3" type="pic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/>
          <p:nvPr>
            <p:ph idx="4" type="pic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/>
          <p:nvPr>
            <p:ph idx="5" type="pic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0" name="Google Shape;90;p11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1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1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1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1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6" type="subTitle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7" type="subTitle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8" type="subTitle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9" type="subTitle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3" type="subTitle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14" type="subTitle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15" type="subTitle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16" type="subTitle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17" type="subTitle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18" type="subTitle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19" type="subTitle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>
            <p:ph idx="2" type="pic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2"/>
          <p:cNvSpPr/>
          <p:nvPr>
            <p:ph idx="3" type="pic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2"/>
          <p:cNvSpPr/>
          <p:nvPr>
            <p:ph idx="4" type="pic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2"/>
          <p:cNvSpPr/>
          <p:nvPr>
            <p:ph idx="5" type="pic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6" type="subTitle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7" type="subTitle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8" type="subTitle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9" type="subTitle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13" type="subTitle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4" type="subTitle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15" type="subTitle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2" type="subTitle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>
            <p:ph idx="2" type="pic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3" type="subTitle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4" type="subTitle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5" type="subTitle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3" name="Google Shape;133;p14"/>
          <p:cNvSpPr/>
          <p:nvPr>
            <p:ph idx="6" type="pic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4"/>
          <p:cNvSpPr txBox="1"/>
          <p:nvPr>
            <p:ph idx="7" type="subTitle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8" type="subTitle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5"/>
          <p:cNvSpPr/>
          <p:nvPr/>
        </p:nvSpPr>
        <p:spPr>
          <a:xfrm flipH="1" rot="-5400000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15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4" name="Google Shape;144;p15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5" name="Google Shape;145;p15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5"/>
          <p:cNvSpPr/>
          <p:nvPr/>
        </p:nvSpPr>
        <p:spPr>
          <a:xfrm flipH="1" rot="-5400000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">
  <p:cSld name="BLANK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3" name="Google Shape;153;p16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16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16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p16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16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2" name="Google Shape;162;p16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3" name="Google Shape;163;p16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 txBox="1"/>
          <p:nvPr>
            <p:ph idx="2" type="subTitle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2" name="Google Shape;172;p17"/>
          <p:cNvSpPr txBox="1"/>
          <p:nvPr>
            <p:ph idx="4" type="subTitle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17"/>
          <p:cNvSpPr txBox="1"/>
          <p:nvPr>
            <p:ph idx="5" type="subTitle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6" type="subTitle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7" type="subTitle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8" type="subTitle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9" type="body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3" type="body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14" type="body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15" type="body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8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18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18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5" name="Google Shape;195;p18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8" name="Google Shape;198;p18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1" name="Google Shape;201;p18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8" name="Google Shape;208;p18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10" name="Google Shape;210;p18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4" name="Google Shape;214;p19"/>
          <p:cNvSpPr/>
          <p:nvPr>
            <p:ph idx="2" type="pic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16" name="Google Shape;216;p19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9"/>
          <p:cNvSpPr/>
          <p:nvPr/>
        </p:nvSpPr>
        <p:spPr>
          <a:xfrm flipH="1" rot="5400000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9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9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2" name="Google Shape;222;p20"/>
          <p:cNvSpPr/>
          <p:nvPr>
            <p:ph idx="2" type="pic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 txBox="1"/>
          <p:nvPr>
            <p:ph hasCustomPrompt="1"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4" name="Google Shape;224;p20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>
            <p:ph idx="2" type="pic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1"/>
          <p:cNvSpPr/>
          <p:nvPr>
            <p:ph idx="3" type="pic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1"/>
          <p:cNvSpPr/>
          <p:nvPr>
            <p:ph idx="4" type="pic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1" name="Google Shape;231;p21"/>
          <p:cNvSpPr txBox="1"/>
          <p:nvPr>
            <p:ph idx="1" type="body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2" name="Google Shape;232;p21"/>
          <p:cNvSpPr txBox="1"/>
          <p:nvPr>
            <p:ph idx="5" type="body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3" name="Google Shape;233;p21"/>
          <p:cNvSpPr txBox="1"/>
          <p:nvPr>
            <p:ph idx="6" type="body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4" name="Google Shape;234;p21"/>
          <p:cNvSpPr txBox="1"/>
          <p:nvPr>
            <p:ph idx="7" type="subTitle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5" name="Google Shape;235;p21"/>
          <p:cNvSpPr txBox="1"/>
          <p:nvPr>
            <p:ph idx="8" type="subTitle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idx="9" type="subTitle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" name="Google Shape;239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3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3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3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3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3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7" name="Google Shape;277;p3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3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3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3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3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226100" y="144575"/>
            <a:ext cx="8689200" cy="16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We are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Headset</a:t>
            </a:r>
            <a:endParaRPr/>
          </a:p>
        </p:txBody>
      </p:sp>
      <p:sp>
        <p:nvSpPr>
          <p:cNvPr id="320" name="Google Shape;320;p38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20/01/26</a:t>
            </a:r>
            <a:endParaRPr/>
          </a:p>
        </p:txBody>
      </p:sp>
      <p:sp>
        <p:nvSpPr>
          <p:cNvPr id="321" name="Google Shape;321;p38"/>
          <p:cNvSpPr txBox="1"/>
          <p:nvPr>
            <p:ph idx="4" type="subTitle"/>
          </p:nvPr>
        </p:nvSpPr>
        <p:spPr>
          <a:xfrm>
            <a:off x="6097200" y="3018302"/>
            <a:ext cx="2818200" cy="101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Kasper Vork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Jon Friis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Sebastian Jensen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Sebastian Pedersen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9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the case</a:t>
            </a:r>
            <a:endParaRPr/>
          </a:p>
        </p:txBody>
      </p:sp>
      <p:sp>
        <p:nvSpPr>
          <p:cNvPr id="327" name="Google Shape;327;p39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28" name="Google Shape;328;p39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03</a:t>
            </a:r>
            <a:endParaRPr/>
          </a:p>
        </p:txBody>
      </p:sp>
      <p:sp>
        <p:nvSpPr>
          <p:cNvPr id="329" name="Google Shape;329;p39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30" name="Google Shape;330;p39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Art</a:t>
            </a:r>
            <a:endParaRPr/>
          </a:p>
        </p:txBody>
      </p:sp>
      <p:sp>
        <p:nvSpPr>
          <p:cNvPr id="331" name="Google Shape;331;p39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05</a:t>
            </a:r>
            <a:endParaRPr/>
          </a:p>
        </p:txBody>
      </p:sp>
      <p:sp>
        <p:nvSpPr>
          <p:cNvPr id="332" name="Google Shape;332;p39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33" name="Google Shape;333;p39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334" name="Google Shape;334;p39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08</a:t>
            </a:r>
            <a:endParaRPr/>
          </a:p>
        </p:txBody>
      </p:sp>
      <p:sp>
        <p:nvSpPr>
          <p:cNvPr id="335" name="Google Shape;335;p39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336" name="Google Shape;336;p39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</a:t>
            </a:r>
            <a:endParaRPr/>
          </a:p>
        </p:txBody>
      </p:sp>
      <p:sp>
        <p:nvSpPr>
          <p:cNvPr id="337" name="Google Shape;337;p39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06</a:t>
            </a:r>
            <a:endParaRPr/>
          </a:p>
        </p:txBody>
      </p:sp>
      <p:sp>
        <p:nvSpPr>
          <p:cNvPr id="338" name="Google Shape;338;p39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39" name="Google Shape;339;p39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Presentation</a:t>
            </a:r>
            <a:endParaRPr/>
          </a:p>
        </p:txBody>
      </p:sp>
      <p:sp>
        <p:nvSpPr>
          <p:cNvPr id="340" name="Google Shape;340;p39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04</a:t>
            </a:r>
            <a:endParaRPr/>
          </a:p>
        </p:txBody>
      </p:sp>
      <p:sp>
        <p:nvSpPr>
          <p:cNvPr id="341" name="Google Shape;341;p39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42" name="Google Shape;342;p39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</a:t>
            </a:r>
            <a:endParaRPr/>
          </a:p>
        </p:txBody>
      </p:sp>
      <p:sp>
        <p:nvSpPr>
          <p:cNvPr id="343" name="Google Shape;343;p39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07</a:t>
            </a:r>
            <a:endParaRPr/>
          </a:p>
        </p:txBody>
      </p:sp>
      <p:sp>
        <p:nvSpPr>
          <p:cNvPr id="344" name="Google Shape;344;p39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345" name="Google Shape;345;p39"/>
          <p:cNvCxnSpPr/>
          <p:nvPr/>
        </p:nvCxnSpPr>
        <p:spPr>
          <a:xfrm>
            <a:off x="3602113" y="2653375"/>
            <a:ext cx="6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39"/>
          <p:cNvCxnSpPr/>
          <p:nvPr/>
        </p:nvCxnSpPr>
        <p:spPr>
          <a:xfrm>
            <a:off x="228588" y="2653375"/>
            <a:ext cx="6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39"/>
          <p:cNvCxnSpPr/>
          <p:nvPr/>
        </p:nvCxnSpPr>
        <p:spPr>
          <a:xfrm>
            <a:off x="228588" y="4377988"/>
            <a:ext cx="6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9"/>
          <p:cNvCxnSpPr/>
          <p:nvPr/>
        </p:nvCxnSpPr>
        <p:spPr>
          <a:xfrm>
            <a:off x="3602113" y="4377988"/>
            <a:ext cx="6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39"/>
          <p:cNvCxnSpPr/>
          <p:nvPr/>
        </p:nvCxnSpPr>
        <p:spPr>
          <a:xfrm>
            <a:off x="228588" y="3515688"/>
            <a:ext cx="6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9"/>
          <p:cNvCxnSpPr/>
          <p:nvPr/>
        </p:nvCxnSpPr>
        <p:spPr>
          <a:xfrm>
            <a:off x="3602113" y="3515688"/>
            <a:ext cx="6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0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6" name="Google Shape;356;p40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Case</a:t>
            </a:r>
            <a:endParaRPr/>
          </a:p>
        </p:txBody>
      </p:sp>
      <p:sp>
        <p:nvSpPr>
          <p:cNvPr id="357" name="Google Shape;357;p40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a challenge</a:t>
            </a:r>
            <a:endParaRPr/>
          </a:p>
        </p:txBody>
      </p:sp>
      <p:sp>
        <p:nvSpPr>
          <p:cNvPr id="358" name="Google Shape;358;p40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any challenges, issues, or setbacks the company encountered during this period. </a:t>
            </a:r>
            <a:endParaRPr/>
          </a:p>
        </p:txBody>
      </p:sp>
      <p:sp>
        <p:nvSpPr>
          <p:cNvPr id="359" name="Google Shape;359;p40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a challenge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0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a challenge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0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any challenges, issues, or setbacks the company encountered during this period. </a:t>
            </a:r>
            <a:endParaRPr/>
          </a:p>
        </p:txBody>
      </p:sp>
      <p:sp>
        <p:nvSpPr>
          <p:cNvPr id="362" name="Google Shape;362;p40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any challenges, issues, or setbacks the company encountered during this period. </a:t>
            </a:r>
            <a:endParaRPr/>
          </a:p>
        </p:txBody>
      </p:sp>
      <p:sp>
        <p:nvSpPr>
          <p:cNvPr id="363" name="Google Shape;363;p40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a challenge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0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any challenges, issues, or setbacks the company encountered during this period. </a:t>
            </a:r>
            <a:endParaRPr/>
          </a:p>
        </p:txBody>
      </p:sp>
      <p:sp>
        <p:nvSpPr>
          <p:cNvPr id="365" name="Google Shape;365;p40"/>
          <p:cNvSpPr txBox="1"/>
          <p:nvPr/>
        </p:nvSpPr>
        <p:spPr>
          <a:xfrm>
            <a:off x="228600" y="2001325"/>
            <a:ext cx="2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sz="1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366" name="Google Shape;366;p40"/>
          <p:cNvCxnSpPr/>
          <p:nvPr/>
        </p:nvCxnSpPr>
        <p:spPr>
          <a:xfrm>
            <a:off x="228639" y="2213625"/>
            <a:ext cx="104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40"/>
          <p:cNvSpPr txBox="1"/>
          <p:nvPr/>
        </p:nvSpPr>
        <p:spPr>
          <a:xfrm>
            <a:off x="228588" y="3389100"/>
            <a:ext cx="2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sz="1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368" name="Google Shape;368;p40"/>
          <p:cNvCxnSpPr/>
          <p:nvPr/>
        </p:nvCxnSpPr>
        <p:spPr>
          <a:xfrm>
            <a:off x="228625" y="3601400"/>
            <a:ext cx="109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40"/>
          <p:cNvSpPr txBox="1"/>
          <p:nvPr/>
        </p:nvSpPr>
        <p:spPr>
          <a:xfrm>
            <a:off x="4625400" y="2001325"/>
            <a:ext cx="2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sz="1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370" name="Google Shape;370;p40"/>
          <p:cNvCxnSpPr/>
          <p:nvPr/>
        </p:nvCxnSpPr>
        <p:spPr>
          <a:xfrm>
            <a:off x="4625434" y="2213625"/>
            <a:ext cx="127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40"/>
          <p:cNvSpPr txBox="1"/>
          <p:nvPr/>
        </p:nvSpPr>
        <p:spPr>
          <a:xfrm>
            <a:off x="4625388" y="3389100"/>
            <a:ext cx="2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sz="1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372" name="Google Shape;372;p40"/>
          <p:cNvCxnSpPr/>
          <p:nvPr/>
        </p:nvCxnSpPr>
        <p:spPr>
          <a:xfrm>
            <a:off x="4625425" y="3601400"/>
            <a:ext cx="127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1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8" name="Google Shape;378;p41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presentation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2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4" name="Google Shape;384;p42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Art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3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0" name="Google Shape;390;p43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6" name="Google Shape;396;p44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5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2" name="Google Shape;402;p45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